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2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AE253-E1C4-6FF9-BCA8-DA43F293D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4BEF9-5880-B640-E6B4-682DE62BC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386F7-3AF4-9858-F9CB-6B764D7E4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05E7-A09A-4A82-A36C-2A16DB61A5D6}" type="datetimeFigureOut">
              <a:rPr lang="nl-NL" smtClean="0"/>
              <a:t>7-7-2026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B5307-86BE-230A-DDF0-72A461772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05FFF-F8C0-C51E-4E24-9BA3384A4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9F3B-A270-4C11-B52F-EDFD66CF5D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665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AF41-5355-5099-830C-C0E1E773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20028-45E5-AC5A-A07C-8AE11D1D1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DB169-3BF1-5D37-EBE3-A24514824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05E7-A09A-4A82-A36C-2A16DB61A5D6}" type="datetimeFigureOut">
              <a:rPr lang="nl-NL" smtClean="0"/>
              <a:t>7-7-2026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10D65-B803-F8E5-3721-D6325DB8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0310F-487A-9B61-414B-A8E001D1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9F3B-A270-4C11-B52F-EDFD66CF5D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111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3CB0-79A4-40B7-9DCE-8452AB181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B5181-F7C2-E233-8F7B-1C9CFC669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AA819-4EB0-0A0E-BB8B-2123CD68F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05E7-A09A-4A82-A36C-2A16DB61A5D6}" type="datetimeFigureOut">
              <a:rPr lang="nl-NL" smtClean="0"/>
              <a:t>7-7-2026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FDDCE-245C-BAD3-E1ED-6DD3558E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293B8-C9CD-D86E-3742-3D11C3A6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9F3B-A270-4C11-B52F-EDFD66CF5D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7819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55D6-48BC-EF8A-BA1C-56A19BE4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9F7FB-5BFE-4701-0754-734BCCA45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462B9-4F5D-4912-B138-FBB0EB2C4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E1767-F7AD-8C79-3C3A-E5FE7140C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05E7-A09A-4A82-A36C-2A16DB61A5D6}" type="datetimeFigureOut">
              <a:rPr lang="nl-NL" smtClean="0"/>
              <a:t>7-7-2026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C3799-28EF-4499-BA8D-D56181AEA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3C847-BB4B-9A7A-10C4-F4660B98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9F3B-A270-4C11-B52F-EDFD66CF5D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924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9B3A-53F7-8284-8933-B0D41539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94E58-E911-AAFE-26B0-882527DDB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F4431-38B2-7A65-5860-897561E6F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E621B4-2B31-4367-C394-FB4254D95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3628F-49D4-BE7B-25D6-E5710D519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2C42FD-F425-0D84-E298-D2F6D872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05E7-A09A-4A82-A36C-2A16DB61A5D6}" type="datetimeFigureOut">
              <a:rPr lang="nl-NL" smtClean="0"/>
              <a:t>7-7-2026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895895-1FBE-4F40-985C-2FB8010D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8E8A14-18B7-9287-8203-056BA580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9F3B-A270-4C11-B52F-EDFD66CF5D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3776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8820-6E75-EBCC-CB46-50AAEA69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6C214-C6DD-A597-CB30-8DBED8E08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05E7-A09A-4A82-A36C-2A16DB61A5D6}" type="datetimeFigureOut">
              <a:rPr lang="nl-NL" smtClean="0"/>
              <a:t>7-7-2026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88A70-D9D0-E8FF-2B01-150D1AD3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9EF02-63A7-50B0-CEC8-CFACCDD6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9F3B-A270-4C11-B52F-EDFD66CF5D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49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763DE-5D16-FA6D-D191-2D7FE58C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05E7-A09A-4A82-A36C-2A16DB61A5D6}" type="datetimeFigureOut">
              <a:rPr lang="nl-NL" smtClean="0"/>
              <a:t>7-7-2026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26705-319F-E884-8180-614C5C46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32148-8EE3-4F8D-7962-6AEC4E001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9F3B-A270-4C11-B52F-EDFD66CF5D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6187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DE8F-C80D-5592-C30F-8847528B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BE1CA-A085-E9AF-1394-B5D55376B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6AEFE-2D66-FBA9-3CF6-7296971F0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08A29-496D-211F-3F03-A91341BE9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05E7-A09A-4A82-A36C-2A16DB61A5D6}" type="datetimeFigureOut">
              <a:rPr lang="nl-NL" smtClean="0"/>
              <a:t>7-7-2026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AD03B-E95C-EB34-DE15-DA8E72D23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B93BD-DC78-5555-5A67-659FD3A1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9F3B-A270-4C11-B52F-EDFD66CF5D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677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20C3-7333-07CF-94EF-76F68609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474AD-A641-39CB-CA92-72A4AB5E6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E846C-90D6-1EBE-AABF-460C94C26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86D8E-0EE7-4D12-6445-AB9AB0953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05E7-A09A-4A82-A36C-2A16DB61A5D6}" type="datetimeFigureOut">
              <a:rPr lang="nl-NL" smtClean="0"/>
              <a:t>7-7-2026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FDB6A-5D15-D994-5E2A-95DC98C9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127EE-C29D-4D6D-B72E-8F575C19D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9F3B-A270-4C11-B52F-EDFD66CF5D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79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2E17-DC03-0C97-E062-D5FCE369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A5A9A-1C53-988C-877A-D567137A0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FF2E4-7B2E-A9AD-09FD-22568F2F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05E7-A09A-4A82-A36C-2A16DB61A5D6}" type="datetimeFigureOut">
              <a:rPr lang="nl-NL" smtClean="0"/>
              <a:t>7-7-2026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D7191-FC7B-003D-8BB8-233CBBBF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03237-CBD7-284A-9A40-539ED725C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9F3B-A270-4C11-B52F-EDFD66CF5D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315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591B1A-37B2-F011-549D-22824FA2E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5AA51-49A6-0A09-80F2-2BDA89650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F193A-4490-E909-E814-7E0ED0C9C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05E7-A09A-4A82-A36C-2A16DB61A5D6}" type="datetimeFigureOut">
              <a:rPr lang="nl-NL" smtClean="0"/>
              <a:t>7-7-2026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DF85-E71D-BC36-CA27-AB58B4680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13B17-73BF-A12D-BF1D-C925D17B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9F3B-A270-4C11-B52F-EDFD66CF5D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515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E519ED-62CD-6040-C6D6-28E28A959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DD0EE-F7D5-B9A7-4FCC-724B5F193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4F06A-2FEB-CBAE-D7A1-F1DFE7807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905E7-A09A-4A82-A36C-2A16DB61A5D6}" type="datetimeFigureOut">
              <a:rPr lang="nl-NL" smtClean="0"/>
              <a:t>7-7-2026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B7C11-C26A-40C1-63EF-1AF2FBB4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710F7-651B-69C9-5F90-5DDE51F54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249F3B-A270-4C11-B52F-EDFD66CF5D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006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64D47-6981-D2AB-9FCF-96949C650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318030"/>
            <a:ext cx="8262026" cy="91950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Crossy</a:t>
            </a:r>
            <a:r>
              <a:rPr lang="en-US" dirty="0"/>
              <a:t> road </a:t>
            </a:r>
            <a:r>
              <a:rPr lang="en-US" dirty="0" err="1"/>
              <a:t>mijn</a:t>
            </a:r>
            <a:r>
              <a:rPr lang="en-US" dirty="0"/>
              <a:t> VR game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15624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9CB4B-FCF4-428C-45F6-FCC27B459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Inleiding</a:t>
            </a:r>
            <a:endParaRPr lang="nl-NL" sz="540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B60EDD-B50F-B76C-3E9A-220A8BCAA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Wat is </a:t>
            </a:r>
            <a:r>
              <a:rPr lang="en-US" sz="2200" dirty="0" err="1"/>
              <a:t>mijn</a:t>
            </a:r>
            <a:r>
              <a:rPr lang="en-US" sz="2200" dirty="0"/>
              <a:t> game</a:t>
            </a:r>
          </a:p>
          <a:p>
            <a:r>
              <a:rPr lang="en-US" sz="2200" dirty="0"/>
              <a:t>Wat </a:t>
            </a:r>
            <a:r>
              <a:rPr lang="en-US" sz="2200" dirty="0" err="1"/>
              <a:t>waren</a:t>
            </a:r>
            <a:r>
              <a:rPr lang="en-US" sz="2200" dirty="0"/>
              <a:t> struggles </a:t>
            </a:r>
          </a:p>
          <a:p>
            <a:r>
              <a:rPr lang="en-US" sz="2200" dirty="0"/>
              <a:t>Demo </a:t>
            </a:r>
          </a:p>
          <a:p>
            <a:r>
              <a:rPr lang="en-US" sz="2200" dirty="0" err="1"/>
              <a:t>Vragen</a:t>
            </a:r>
            <a:endParaRPr lang="en-US" sz="2200" dirty="0"/>
          </a:p>
          <a:p>
            <a:r>
              <a:rPr lang="en-US" sz="2200" dirty="0" err="1"/>
              <a:t>Einde</a:t>
            </a:r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9A30D6-ABB1-A777-50FD-EA4131AFD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17" r="-1" b="1230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71405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6887F-F958-22AE-1494-6FC92F9AA1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EF3BA3-4FCF-DC62-C8F0-E150C83DD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66" y="253999"/>
            <a:ext cx="7907867" cy="12712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Wat is </a:t>
            </a:r>
            <a:r>
              <a:rPr lang="en-US" sz="6000" dirty="0" err="1">
                <a:solidFill>
                  <a:srgbClr val="FFFFFF"/>
                </a:solidFill>
              </a:rPr>
              <a:t>mijn</a:t>
            </a:r>
            <a:r>
              <a:rPr lang="en-US" sz="6000" dirty="0">
                <a:solidFill>
                  <a:srgbClr val="FFFFFF"/>
                </a:solidFill>
              </a:rPr>
              <a:t> game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6E41BD70-8A59-DCBC-B811-D7FE33C28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1008437"/>
          </a:xfrm>
        </p:spPr>
        <p:txBody>
          <a:bodyPr>
            <a:normAutofit/>
          </a:bodyPr>
          <a:lstStyle/>
          <a:p>
            <a:r>
              <a:rPr lang="en-US" sz="2200" dirty="0"/>
              <a:t>Runner </a:t>
            </a:r>
          </a:p>
          <a:p>
            <a:r>
              <a:rPr lang="en-US" sz="2200" dirty="0"/>
              <a:t>Obstacle </a:t>
            </a:r>
          </a:p>
        </p:txBody>
      </p:sp>
    </p:spTree>
    <p:extLst>
      <p:ext uri="{BB962C8B-B14F-4D97-AF65-F5344CB8AC3E}">
        <p14:creationId xmlns:p14="http://schemas.microsoft.com/office/powerpoint/2010/main" val="40280067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82DAB5-0700-78E1-AD80-8AC05AA6A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Wat waren struggles </a:t>
            </a:r>
            <a:endParaRPr lang="nl-NL" sz="540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B2FE1-423E-B244-8296-AAB12D52A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Scenes </a:t>
            </a:r>
          </a:p>
          <a:p>
            <a:r>
              <a:rPr lang="en-US" sz="2200"/>
              <a:t>Scripts </a:t>
            </a:r>
          </a:p>
          <a:p>
            <a:r>
              <a:rPr lang="en-US" sz="2200"/>
              <a:t>Components </a:t>
            </a:r>
            <a:endParaRPr lang="nl-NL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57249-8FCB-551A-815F-5CB67E499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90" r="19713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75520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20F910-D02A-C7DE-7D52-80EA6E63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28" y="340468"/>
            <a:ext cx="4620584" cy="71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Demo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025223-1B04-7786-0805-EBC567596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00" r="-1" b="22505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9946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B4621-92B0-94BC-0759-7A088BE8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vragen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FE14A6-D1BF-D2AE-D383-01503DA3D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4645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343E5-FD92-5348-82F1-3B6F74A89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Einde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E835F-71B3-E386-D53B-E73908A03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044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31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Crossy road mijn VR game</vt:lpstr>
      <vt:lpstr>Inleiding</vt:lpstr>
      <vt:lpstr>Wat is mijn game</vt:lpstr>
      <vt:lpstr>Wat waren struggles </vt:lpstr>
      <vt:lpstr>Demo</vt:lpstr>
      <vt:lpstr>vragen</vt:lpstr>
      <vt:lpstr>Einde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Loo, S.R. (Sem) van</dc:creator>
  <cp:lastModifiedBy>Loo, S.R. (Sem) van</cp:lastModifiedBy>
  <cp:revision>3</cp:revision>
  <dcterms:created xsi:type="dcterms:W3CDTF">2026-07-07T14:35:19Z</dcterms:created>
  <dcterms:modified xsi:type="dcterms:W3CDTF">2026-07-07T20:46:49Z</dcterms:modified>
</cp:coreProperties>
</file>